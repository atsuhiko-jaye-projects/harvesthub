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36E78-62C5-4DE2-A0A1-956DB7DF7D46}" type="datetimeFigureOut">
              <a:rPr lang="en-PH" smtClean="0"/>
              <a:t>10/08/2024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15E20-9DEC-4CF7-AD91-977977A81D1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71967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36E78-62C5-4DE2-A0A1-956DB7DF7D46}" type="datetimeFigureOut">
              <a:rPr lang="en-PH" smtClean="0"/>
              <a:t>10/08/2024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15E20-9DEC-4CF7-AD91-977977A81D1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59819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36E78-62C5-4DE2-A0A1-956DB7DF7D46}" type="datetimeFigureOut">
              <a:rPr lang="en-PH" smtClean="0"/>
              <a:t>10/08/2024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15E20-9DEC-4CF7-AD91-977977A81D1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59922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36E78-62C5-4DE2-A0A1-956DB7DF7D46}" type="datetimeFigureOut">
              <a:rPr lang="en-PH" smtClean="0"/>
              <a:t>10/08/2024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15E20-9DEC-4CF7-AD91-977977A81D1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25998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36E78-62C5-4DE2-A0A1-956DB7DF7D46}" type="datetimeFigureOut">
              <a:rPr lang="en-PH" smtClean="0"/>
              <a:t>10/08/2024</a:t>
            </a:fld>
            <a:endParaRPr lang="en-P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15E20-9DEC-4CF7-AD91-977977A81D1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2243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36E78-62C5-4DE2-A0A1-956DB7DF7D46}" type="datetimeFigureOut">
              <a:rPr lang="en-PH" smtClean="0"/>
              <a:t>10/08/2024</a:t>
            </a:fld>
            <a:endParaRPr lang="en-PH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15E20-9DEC-4CF7-AD91-977977A81D1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12890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36E78-62C5-4DE2-A0A1-956DB7DF7D46}" type="datetimeFigureOut">
              <a:rPr lang="en-PH" smtClean="0"/>
              <a:t>10/08/2024</a:t>
            </a:fld>
            <a:endParaRPr lang="en-PH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15E20-9DEC-4CF7-AD91-977977A81D1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32950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36E78-62C5-4DE2-A0A1-956DB7DF7D46}" type="datetimeFigureOut">
              <a:rPr lang="en-PH" smtClean="0"/>
              <a:t>10/08/2024</a:t>
            </a:fld>
            <a:endParaRPr lang="en-PH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15E20-9DEC-4CF7-AD91-977977A81D1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27189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36E78-62C5-4DE2-A0A1-956DB7DF7D46}" type="datetimeFigureOut">
              <a:rPr lang="en-PH" smtClean="0"/>
              <a:t>10/08/2024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15E20-9DEC-4CF7-AD91-977977A81D1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17450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36E78-62C5-4DE2-A0A1-956DB7DF7D46}" type="datetimeFigureOut">
              <a:rPr lang="en-PH" smtClean="0"/>
              <a:t>10/08/2024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15E20-9DEC-4CF7-AD91-977977A81D1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60997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36E78-62C5-4DE2-A0A1-956DB7DF7D46}" type="datetimeFigureOut">
              <a:rPr lang="en-PH" smtClean="0"/>
              <a:t>10/08/2024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15E20-9DEC-4CF7-AD91-977977A81D1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39578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36E78-62C5-4DE2-A0A1-956DB7DF7D46}" type="datetimeFigureOut">
              <a:rPr lang="en-PH" smtClean="0"/>
              <a:t>10/08/2024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15E20-9DEC-4CF7-AD91-977977A81D18}" type="slidenum">
              <a:rPr lang="en-PH" smtClean="0"/>
              <a:t>‹#›</a:t>
            </a:fld>
            <a:endParaRPr lang="en-PH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047077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36E78-62C5-4DE2-A0A1-956DB7DF7D46}" type="datetimeFigureOut">
              <a:rPr lang="en-PH" smtClean="0"/>
              <a:t>10/08/2024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15E20-9DEC-4CF7-AD91-977977A81D1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923624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36E78-62C5-4DE2-A0A1-956DB7DF7D46}" type="datetimeFigureOut">
              <a:rPr lang="en-PH" smtClean="0"/>
              <a:t>10/08/2024</a:t>
            </a:fld>
            <a:endParaRPr lang="en-PH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15E20-9DEC-4CF7-AD91-977977A81D1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965041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36E78-62C5-4DE2-A0A1-956DB7DF7D46}" type="datetimeFigureOut">
              <a:rPr lang="en-PH" smtClean="0"/>
              <a:t>10/08/2024</a:t>
            </a:fld>
            <a:endParaRPr lang="en-PH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15E20-9DEC-4CF7-AD91-977977A81D1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125780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36E78-62C5-4DE2-A0A1-956DB7DF7D46}" type="datetimeFigureOut">
              <a:rPr lang="en-PH" smtClean="0"/>
              <a:t>10/08/2024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15E20-9DEC-4CF7-AD91-977977A81D1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57045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36E78-62C5-4DE2-A0A1-956DB7DF7D46}" type="datetimeFigureOut">
              <a:rPr lang="en-PH" smtClean="0"/>
              <a:t>10/08/2024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15E20-9DEC-4CF7-AD91-977977A81D1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08522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C636E78-62C5-4DE2-A0A1-956DB7DF7D46}" type="datetimeFigureOut">
              <a:rPr lang="en-PH" smtClean="0"/>
              <a:t>10/08/2024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315E20-9DEC-4CF7-AD91-977977A81D1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727544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Module 1</a:t>
            </a:r>
            <a:endParaRPr lang="en-PH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Introduction to Computer Networking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400328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Computer Networking?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2445929"/>
          </a:xfrm>
        </p:spPr>
        <p:txBody>
          <a:bodyPr/>
          <a:lstStyle/>
          <a:p>
            <a:r>
              <a:rPr lang="en-US" dirty="0" smtClean="0"/>
              <a:t>refers </a:t>
            </a:r>
            <a:r>
              <a:rPr lang="en-US" dirty="0"/>
              <a:t>to interconnected computing devices that can exchange data and share resources with each other. </a:t>
            </a:r>
            <a:endParaRPr lang="en-US" dirty="0" smtClean="0"/>
          </a:p>
          <a:p>
            <a:r>
              <a:rPr lang="en-US" dirty="0" smtClean="0"/>
              <a:t>These </a:t>
            </a:r>
            <a:r>
              <a:rPr lang="en-US" dirty="0"/>
              <a:t>networked devices use a system of rules, called communications protocols, to transmit information over physical or wireless technologies.</a:t>
            </a:r>
            <a:endParaRPr lang="en-PH" dirty="0"/>
          </a:p>
        </p:txBody>
      </p:sp>
      <p:pic>
        <p:nvPicPr>
          <p:cNvPr id="1026" name="Picture 2" descr="What are the benefits of computer networking? - Quor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9875" y="3512224"/>
            <a:ext cx="3661212" cy="2748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hat is Computer Networking? Basics, Uses &amp; Component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3862" y="3512224"/>
            <a:ext cx="3789408" cy="2748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7601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Goals of computer network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4293" y="1569593"/>
            <a:ext cx="8946541" cy="1082167"/>
          </a:xfrm>
        </p:spPr>
        <p:txBody>
          <a:bodyPr/>
          <a:lstStyle/>
          <a:p>
            <a:r>
              <a:rPr lang="en-US" dirty="0" smtClean="0"/>
              <a:t>To share data and resources</a:t>
            </a:r>
            <a:endParaRPr lang="en-PH" dirty="0"/>
          </a:p>
        </p:txBody>
      </p:sp>
      <p:pic>
        <p:nvPicPr>
          <p:cNvPr id="2050" name="Picture 2" descr="I cannot print from my computer via network. (For Windows) | Broth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2436" y="2351315"/>
            <a:ext cx="9834134" cy="3644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0079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Classification of Networks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Computer Networks are classified based on the various factors.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Geographical Span</a:t>
            </a:r>
          </a:p>
          <a:p>
            <a:r>
              <a:rPr lang="en-US" dirty="0" smtClean="0"/>
              <a:t>Inter-Connectivity</a:t>
            </a:r>
          </a:p>
          <a:p>
            <a:r>
              <a:rPr lang="en-US" dirty="0" smtClean="0"/>
              <a:t>Administration</a:t>
            </a:r>
          </a:p>
          <a:p>
            <a:r>
              <a:rPr lang="en-US" dirty="0" smtClean="0"/>
              <a:t>Architecture</a:t>
            </a:r>
          </a:p>
        </p:txBody>
      </p:sp>
    </p:spTree>
    <p:extLst>
      <p:ext uri="{BB962C8B-B14F-4D97-AF65-F5344CB8AC3E}">
        <p14:creationId xmlns:p14="http://schemas.microsoft.com/office/powerpoint/2010/main" val="3816524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Geographical Span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4293" y="1691110"/>
            <a:ext cx="8946541" cy="1539368"/>
          </a:xfrm>
        </p:spPr>
        <p:txBody>
          <a:bodyPr/>
          <a:lstStyle/>
          <a:p>
            <a:r>
              <a:rPr lang="en-US" dirty="0" smtClean="0"/>
              <a:t>It pertains to a certain area or place.</a:t>
            </a:r>
          </a:p>
          <a:p>
            <a:r>
              <a:rPr lang="en-US" dirty="0" smtClean="0"/>
              <a:t>Geographical span can be seen in these categories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dirty="0" smtClean="0"/>
              <a:t>It may be spanned across you table, among Bluetooth enabled device ranging not more than few meters.</a:t>
            </a:r>
            <a:endParaRPr lang="en-PH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603" y="3592287"/>
            <a:ext cx="4534533" cy="256258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24" y="3330313"/>
            <a:ext cx="4544059" cy="3086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246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Geographical Span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1" y="1466703"/>
            <a:ext cx="8946541" cy="4195481"/>
          </a:xfrm>
        </p:spPr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en-US" dirty="0" smtClean="0"/>
              <a:t>It may be spanned across a whole building, including </a:t>
            </a:r>
            <a:r>
              <a:rPr lang="en-US" u="sng" dirty="0" smtClean="0"/>
              <a:t>intermediate devices</a:t>
            </a:r>
            <a:r>
              <a:rPr lang="en-US" dirty="0" smtClean="0"/>
              <a:t> to connect all floors.</a:t>
            </a:r>
            <a:endParaRPr lang="en-PH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0206" y="2761540"/>
            <a:ext cx="3886742" cy="313416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1671" y="3081118"/>
            <a:ext cx="4705186" cy="2233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060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Geographical Span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4293" y="1595718"/>
            <a:ext cx="8946541" cy="4195481"/>
          </a:xfrm>
        </p:spPr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en-US" dirty="0"/>
              <a:t>It may be spanned </a:t>
            </a:r>
            <a:r>
              <a:rPr lang="en-US" u="sng" dirty="0"/>
              <a:t>across a whole city</a:t>
            </a:r>
            <a:r>
              <a:rPr lang="en-US" dirty="0"/>
              <a:t>.</a:t>
            </a:r>
            <a:endParaRPr lang="en-PH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9325" y="2547257"/>
            <a:ext cx="6413863" cy="3474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455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Geographical Span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4"/>
            </a:pPr>
            <a:r>
              <a:rPr lang="en-US" dirty="0"/>
              <a:t>It may be spanned </a:t>
            </a:r>
            <a:r>
              <a:rPr lang="en-US" u="sng" dirty="0"/>
              <a:t>across multiple cities or provinces</a:t>
            </a:r>
            <a:r>
              <a:rPr lang="en-US" dirty="0"/>
              <a:t>. </a:t>
            </a:r>
            <a:endParaRPr lang="en-PH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920" y="2939143"/>
            <a:ext cx="3930662" cy="280851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1611" y="2939143"/>
            <a:ext cx="4230850" cy="2808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279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Geographical Span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1042979"/>
          </a:xfrm>
        </p:spPr>
        <p:txBody>
          <a:bodyPr/>
          <a:lstStyle/>
          <a:p>
            <a:pPr marL="457200" indent="-457200">
              <a:buFont typeface="+mj-lt"/>
              <a:buAutoNum type="arabicPeriod" startAt="5"/>
            </a:pPr>
            <a:r>
              <a:rPr lang="en-US" dirty="0"/>
              <a:t>It may be </a:t>
            </a:r>
            <a:r>
              <a:rPr lang="en-US" u="sng" dirty="0"/>
              <a:t>one network covering the whole world</a:t>
            </a:r>
            <a:r>
              <a:rPr lang="en-US" dirty="0"/>
              <a:t>. </a:t>
            </a:r>
            <a:endParaRPr lang="en-US" dirty="0" smtClean="0"/>
          </a:p>
          <a:p>
            <a:pPr marL="0" indent="0">
              <a:buNone/>
            </a:pPr>
            <a:endParaRPr lang="en-PH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480" y="2821577"/>
            <a:ext cx="8882743" cy="336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956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 smtClean="0"/>
              <a:t>Inter-connectivity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4293" y="1517341"/>
            <a:ext cx="8946541" cy="4195481"/>
          </a:xfrm>
        </p:spPr>
        <p:txBody>
          <a:bodyPr/>
          <a:lstStyle/>
          <a:p>
            <a:r>
              <a:rPr lang="en-US" dirty="0"/>
              <a:t>When we say “inter-connectivity,” it pertains to how they are connected to each other</a:t>
            </a:r>
            <a:r>
              <a:rPr lang="en-US" dirty="0" smtClean="0"/>
              <a:t>.</a:t>
            </a:r>
          </a:p>
          <a:p>
            <a:pPr lvl="1"/>
            <a:r>
              <a:rPr lang="en-US" dirty="0"/>
              <a:t>Components of network can be connected to each other differently in some fashion, such as</a:t>
            </a:r>
            <a:r>
              <a:rPr lang="en-US" dirty="0" smtClean="0"/>
              <a:t>:</a:t>
            </a:r>
          </a:p>
          <a:p>
            <a:pPr marL="1200150" lvl="2" indent="-342900">
              <a:buFont typeface="+mj-lt"/>
              <a:buAutoNum type="arabicPeriod"/>
            </a:pPr>
            <a:r>
              <a:rPr lang="en-US" dirty="0"/>
              <a:t>Every single device can be connected to every other device on network, making the network mesh.</a:t>
            </a:r>
            <a:endParaRPr lang="en-PH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0950" y="3697812"/>
            <a:ext cx="4598124" cy="244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469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Inter-connectivity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4293" y="1661032"/>
            <a:ext cx="8946541" cy="4195481"/>
          </a:xfrm>
        </p:spPr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en-US" dirty="0"/>
              <a:t>All devices can be connected to a single medium, created </a:t>
            </a:r>
            <a:r>
              <a:rPr lang="en-US" dirty="0" smtClean="0"/>
              <a:t>bus-like </a:t>
            </a:r>
            <a:r>
              <a:rPr lang="en-US" dirty="0"/>
              <a:t>structure.</a:t>
            </a:r>
            <a:endParaRPr lang="en-PH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9954" y="2834641"/>
            <a:ext cx="5617029" cy="323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55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Inter-connectivity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4293" y="1739409"/>
            <a:ext cx="8946541" cy="4195481"/>
          </a:xfrm>
        </p:spPr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en-US" dirty="0"/>
              <a:t>Each device is connected to its left and right peers only, creating linear structure.</a:t>
            </a:r>
            <a:endParaRPr lang="en-PH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0606" y="2677886"/>
            <a:ext cx="8673737" cy="3095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954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Inter-connectivity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4293" y="1752472"/>
            <a:ext cx="8946541" cy="4195481"/>
          </a:xfrm>
        </p:spPr>
        <p:txBody>
          <a:bodyPr/>
          <a:lstStyle/>
          <a:p>
            <a:pPr marL="457200" indent="-457200">
              <a:buFont typeface="+mj-lt"/>
              <a:buAutoNum type="arabicPeriod" startAt="4"/>
            </a:pPr>
            <a:r>
              <a:rPr lang="en-US" dirty="0" smtClean="0"/>
              <a:t>All </a:t>
            </a:r>
            <a:r>
              <a:rPr lang="en-US" dirty="0"/>
              <a:t>devices connected together with a single device, creating star-like structure. </a:t>
            </a:r>
            <a:endParaRPr lang="en-PH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2041" y="2845154"/>
            <a:ext cx="3931044" cy="3233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836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Inter-connectivity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4293" y="1360586"/>
            <a:ext cx="8946541" cy="4195481"/>
          </a:xfrm>
        </p:spPr>
        <p:txBody>
          <a:bodyPr/>
          <a:lstStyle/>
          <a:p>
            <a:pPr marL="457200" indent="-457200">
              <a:buFont typeface="+mj-lt"/>
              <a:buAutoNum type="arabicPeriod" startAt="5"/>
            </a:pPr>
            <a:r>
              <a:rPr lang="en-US" dirty="0" smtClean="0"/>
              <a:t>All </a:t>
            </a:r>
            <a:r>
              <a:rPr lang="en-US" dirty="0"/>
              <a:t>devices connected arbitrarily using all previous ways to connect each other, resulting in a hybrid structure.</a:t>
            </a:r>
            <a:endParaRPr lang="en-PH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7078" y="2481943"/>
            <a:ext cx="5982788" cy="3605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177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 smtClean="0"/>
              <a:t>Administration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465089"/>
            <a:ext cx="9869488" cy="4195481"/>
          </a:xfrm>
        </p:spPr>
        <p:txBody>
          <a:bodyPr/>
          <a:lstStyle/>
          <a:p>
            <a:r>
              <a:rPr lang="en-US" dirty="0"/>
              <a:t>A network can be a private network which belongs a single autonomous system and cannot be accessed outside its physical or logical domain</a:t>
            </a:r>
            <a:r>
              <a:rPr lang="en-US" dirty="0" smtClean="0"/>
              <a:t>.</a:t>
            </a:r>
          </a:p>
          <a:p>
            <a:r>
              <a:rPr lang="en-US" dirty="0"/>
              <a:t>A network can be a public network, which is accessed by all.</a:t>
            </a:r>
            <a:endParaRPr lang="en-PH" dirty="0"/>
          </a:p>
          <a:p>
            <a:endParaRPr lang="en-PH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103" y="2734990"/>
            <a:ext cx="9366068" cy="3391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216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Architecture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4293" y="1595718"/>
            <a:ext cx="8946541" cy="2074945"/>
          </a:xfrm>
        </p:spPr>
        <p:txBody>
          <a:bodyPr/>
          <a:lstStyle/>
          <a:p>
            <a:r>
              <a:rPr lang="en-US" dirty="0"/>
              <a:t>Computer networks can be discriminated into various types such as Client-Server, peer-to-peer or hybrid, depending upon its architecture. </a:t>
            </a:r>
            <a:endParaRPr lang="en-US" dirty="0" smtClean="0"/>
          </a:p>
          <a:p>
            <a:pPr marL="1200150" lvl="2" indent="-342900">
              <a:buFont typeface="+mj-lt"/>
              <a:buAutoNum type="arabicPeriod"/>
            </a:pPr>
            <a:r>
              <a:rPr lang="en-US" dirty="0"/>
              <a:t>There can be one or more systems acting as Server. Other being Client that requests the Server to serve request. </a:t>
            </a:r>
            <a:endParaRPr lang="en-PH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5086" y="3456161"/>
            <a:ext cx="5499463" cy="2715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092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Architecture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4293" y="1425900"/>
            <a:ext cx="8946541" cy="4195481"/>
          </a:xfrm>
        </p:spPr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en-US" dirty="0"/>
              <a:t>Two systems can be connected point-to-Point, or in </a:t>
            </a:r>
            <a:r>
              <a:rPr lang="en-US" dirty="0" smtClean="0"/>
              <a:t>back-to-back </a:t>
            </a:r>
            <a:r>
              <a:rPr lang="en-US" dirty="0"/>
              <a:t>fashion</a:t>
            </a:r>
            <a:endParaRPr lang="en-PH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009" y="2389339"/>
            <a:ext cx="5110087" cy="3658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742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Architecture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4293" y="1543467"/>
            <a:ext cx="8946541" cy="4195481"/>
          </a:xfrm>
        </p:spPr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en-US" dirty="0" smtClean="0"/>
              <a:t>There </a:t>
            </a:r>
            <a:r>
              <a:rPr lang="en-US" dirty="0"/>
              <a:t>can be hybrid network which involves network architecture of both the aforementioned types.</a:t>
            </a:r>
            <a:endParaRPr lang="en-PH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3909" y="2377440"/>
            <a:ext cx="4963885" cy="4010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780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9071" y="2895473"/>
            <a:ext cx="9404723" cy="1400530"/>
          </a:xfrm>
        </p:spPr>
        <p:txBody>
          <a:bodyPr/>
          <a:lstStyle/>
          <a:p>
            <a:pPr algn="ctr"/>
            <a:r>
              <a:rPr lang="en-US" dirty="0" smtClean="0"/>
              <a:t>Thank You!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057996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788</TotalTime>
  <Words>401</Words>
  <Application>Microsoft Office PowerPoint</Application>
  <PresentationFormat>Widescreen</PresentationFormat>
  <Paragraphs>49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Century Gothic</vt:lpstr>
      <vt:lpstr>Wingdings 3</vt:lpstr>
      <vt:lpstr>Ion</vt:lpstr>
      <vt:lpstr>Module 1</vt:lpstr>
      <vt:lpstr>What is Computer Networking?</vt:lpstr>
      <vt:lpstr>Goals of computer network</vt:lpstr>
      <vt:lpstr>Classification of Networks</vt:lpstr>
      <vt:lpstr>Geographical Span</vt:lpstr>
      <vt:lpstr>Geographical Span</vt:lpstr>
      <vt:lpstr>Geographical Span</vt:lpstr>
      <vt:lpstr>Geographical Span</vt:lpstr>
      <vt:lpstr>Geographical Span</vt:lpstr>
      <vt:lpstr>Inter-connectivity</vt:lpstr>
      <vt:lpstr>Inter-connectivity</vt:lpstr>
      <vt:lpstr>Inter-connectivity</vt:lpstr>
      <vt:lpstr>Inter-connectivity</vt:lpstr>
      <vt:lpstr>Inter-connectivity</vt:lpstr>
      <vt:lpstr>Administration</vt:lpstr>
      <vt:lpstr>Architecture</vt:lpstr>
      <vt:lpstr>Architecture</vt:lpstr>
      <vt:lpstr>Architecture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</dc:title>
  <dc:creator>Asus</dc:creator>
  <cp:lastModifiedBy>Asus</cp:lastModifiedBy>
  <cp:revision>13</cp:revision>
  <dcterms:created xsi:type="dcterms:W3CDTF">2024-08-08T09:54:42Z</dcterms:created>
  <dcterms:modified xsi:type="dcterms:W3CDTF">2024-08-10T01:18:06Z</dcterms:modified>
</cp:coreProperties>
</file>